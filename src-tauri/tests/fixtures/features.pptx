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A79DCA-99D9-4506-BF10-6E598ECA0C3B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720000" y="5040000"/>
            <a:ext cx="612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 mike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2F2B9B-1CA9-47CC-BFC6-99A92047BE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ADD634-C934-4DC3-989C-647F47E719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67E9656-6F46-450D-A871-F567E528049E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title kilo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20000" y="1800000"/>
            <a:ext cx="864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Bullet lima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Bullet papa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slide november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ISCC Foundation</dc:creator>
  <dc:description>Slides with a title, bullets, a table and speaker notes</dc:description>
  <dc:language>de-DE</dc:language>
  <cp:lastModifiedBy/>
  <cp:revision>0</cp:revision>
  <dc:subject/>
  <dc:title>Feature test slides</dc:title>
</cp:coreProperties>
</file>